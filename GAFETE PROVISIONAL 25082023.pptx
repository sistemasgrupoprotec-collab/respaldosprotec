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797675" cy="9926638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32A21-A01C-419A-ABCD-4D3F6B380D36}" type="datetimeFigureOut">
              <a:rPr lang="es-MX" smtClean="0"/>
              <a:t>25/08/2023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489EF-9868-4579-9C30-826DAA42C8EE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412366" y="3501008"/>
            <a:ext cx="2023311" cy="3045242"/>
            <a:chOff x="3707904" y="188640"/>
            <a:chExt cx="2328732" cy="3528392"/>
          </a:xfrm>
        </p:grpSpPr>
        <p:pic>
          <p:nvPicPr>
            <p:cNvPr id="5" name="4 Imagen" descr="Untitled-2 copy"/>
            <p:cNvPicPr/>
            <p:nvPr/>
          </p:nvPicPr>
          <p:blipFill>
            <a:blip r:embed="rId2" cstate="print">
              <a:lum bright="70000" contrast="-82000"/>
            </a:blip>
            <a:srcRect r="79385"/>
            <a:stretch>
              <a:fillRect/>
            </a:stretch>
          </p:blipFill>
          <p:spPr bwMode="auto">
            <a:xfrm>
              <a:off x="4095169" y="580683"/>
              <a:ext cx="1493734" cy="21597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5 Rectángulo"/>
            <p:cNvSpPr/>
            <p:nvPr/>
          </p:nvSpPr>
          <p:spPr>
            <a:xfrm>
              <a:off x="4356347" y="2420888"/>
              <a:ext cx="935734" cy="1008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7" name="6 Rectángulo redondeado"/>
            <p:cNvSpPr/>
            <p:nvPr/>
          </p:nvSpPr>
          <p:spPr>
            <a:xfrm>
              <a:off x="4489456" y="359927"/>
              <a:ext cx="608558" cy="11674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8" name="7 Rectángulo redondeado"/>
            <p:cNvSpPr/>
            <p:nvPr/>
          </p:nvSpPr>
          <p:spPr>
            <a:xfrm>
              <a:off x="3707905" y="188640"/>
              <a:ext cx="2215512" cy="35283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3707904" y="416727"/>
              <a:ext cx="2328732" cy="19613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MX" sz="1200" dirty="0"/>
            </a:p>
            <a:p>
              <a:r>
                <a:rPr lang="es-MX" sz="1000" dirty="0"/>
                <a:t>FECHA DE INGRESO</a:t>
              </a:r>
              <a:r>
                <a:rPr lang="es-MX" sz="1200" dirty="0"/>
                <a:t>: 22/08/2023</a:t>
              </a:r>
            </a:p>
            <a:p>
              <a:endParaRPr lang="es-MX" sz="1200" dirty="0"/>
            </a:p>
            <a:p>
              <a:r>
                <a:rPr lang="es-MX" sz="1000" dirty="0"/>
                <a:t>Numero de IMSS: 19149860108</a:t>
              </a:r>
              <a:endParaRPr lang="es-MX" sz="1200" dirty="0"/>
            </a:p>
            <a:p>
              <a:endParaRPr lang="es-MX" sz="800" dirty="0"/>
            </a:p>
            <a:p>
              <a:r>
                <a:rPr lang="es-MX" sz="1000" dirty="0"/>
                <a:t>Tipo de Sangre: N/A </a:t>
              </a:r>
              <a:endParaRPr lang="es-MX" sz="1000" b="1" u="sng" dirty="0"/>
            </a:p>
            <a:p>
              <a:endParaRPr lang="es-MX" sz="800" dirty="0"/>
            </a:p>
            <a:p>
              <a:r>
                <a:rPr lang="es-MX" sz="1200" dirty="0"/>
                <a:t>Sucursal:   </a:t>
              </a:r>
              <a:r>
                <a:rPr lang="es-MX" sz="11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Reynosa</a:t>
              </a:r>
            </a:p>
            <a:p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Av. Bella Vista #131</a:t>
              </a:r>
            </a:p>
            <a:p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Col. Casa  Bella   </a:t>
              </a:r>
              <a:r>
                <a:rPr lang="es-MX" sz="1000" b="1" dirty="0"/>
                <a:t>Tel</a:t>
              </a:r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 899</a:t>
              </a:r>
              <a:r>
                <a:rPr lang="es-MX" sz="1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9251069</a:t>
              </a:r>
              <a:endParaRPr lang="es-MX" sz="1000" u="sng" dirty="0"/>
            </a:p>
          </p:txBody>
        </p:sp>
        <p:sp>
          <p:nvSpPr>
            <p:cNvPr id="10" name="9 CuadroTexto"/>
            <p:cNvSpPr txBox="1"/>
            <p:nvPr/>
          </p:nvSpPr>
          <p:spPr>
            <a:xfrm>
              <a:off x="4283967" y="3380995"/>
              <a:ext cx="9492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Dedo Índice</a:t>
              </a:r>
            </a:p>
          </p:txBody>
        </p:sp>
        <p:sp>
          <p:nvSpPr>
            <p:cNvPr id="11" name="10 CuadroTexto"/>
            <p:cNvSpPr txBox="1"/>
            <p:nvPr/>
          </p:nvSpPr>
          <p:spPr>
            <a:xfrm rot="16200000">
              <a:off x="3585184" y="2957410"/>
              <a:ext cx="11238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Mano Derecha</a:t>
              </a:r>
            </a:p>
          </p:txBody>
        </p:sp>
      </p:grpSp>
      <p:grpSp>
        <p:nvGrpSpPr>
          <p:cNvPr id="14" name="13 Grupo"/>
          <p:cNvGrpSpPr/>
          <p:nvPr/>
        </p:nvGrpSpPr>
        <p:grpSpPr>
          <a:xfrm>
            <a:off x="282853" y="381014"/>
            <a:ext cx="2125729" cy="3095790"/>
            <a:chOff x="263970" y="188640"/>
            <a:chExt cx="3243151" cy="4464496"/>
          </a:xfrm>
        </p:grpSpPr>
        <p:pic>
          <p:nvPicPr>
            <p:cNvPr id="15" name="14 Imagen" descr="Untitled-2 copy"/>
            <p:cNvPicPr/>
            <p:nvPr/>
          </p:nvPicPr>
          <p:blipFill>
            <a:blip r:embed="rId2" cstate="print">
              <a:lum bright="70000" contrast="-82000"/>
            </a:blip>
            <a:srcRect r="79385"/>
            <a:stretch>
              <a:fillRect/>
            </a:stretch>
          </p:blipFill>
          <p:spPr bwMode="auto">
            <a:xfrm>
              <a:off x="827584" y="1052736"/>
              <a:ext cx="1944216" cy="2664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15 Imagen" descr="Untitled-2 copy"/>
            <p:cNvPicPr/>
            <p:nvPr/>
          </p:nvPicPr>
          <p:blipFill>
            <a:blip r:embed="rId2" cstate="print"/>
            <a:srcRect r="79385"/>
            <a:stretch>
              <a:fillRect/>
            </a:stretch>
          </p:blipFill>
          <p:spPr bwMode="auto">
            <a:xfrm>
              <a:off x="395536" y="476672"/>
              <a:ext cx="792088" cy="823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16 CuadroTexto"/>
            <p:cNvSpPr txBox="1"/>
            <p:nvPr/>
          </p:nvSpPr>
          <p:spPr>
            <a:xfrm>
              <a:off x="1004760" y="519065"/>
              <a:ext cx="2502361" cy="428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latin typeface="Franklin Gothic Demi Cond" pitchFamily="34" charset="0"/>
                </a:rPr>
                <a:t>GRUPO PROTEC</a:t>
              </a:r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1144075" y="949642"/>
              <a:ext cx="2176212" cy="31154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s-MX" sz="1000" dirty="0">
                  <a:solidFill>
                    <a:schemeClr val="bg1"/>
                  </a:solidFill>
                </a:rPr>
                <a:t>SEGURIDAD PARA TODOS</a:t>
              </a:r>
            </a:p>
          </p:txBody>
        </p:sp>
        <p:cxnSp>
          <p:nvCxnSpPr>
            <p:cNvPr id="19" name="18 Conector recto"/>
            <p:cNvCxnSpPr/>
            <p:nvPr/>
          </p:nvCxnSpPr>
          <p:spPr>
            <a:xfrm>
              <a:off x="1475656" y="1844824"/>
              <a:ext cx="1728192" cy="0"/>
            </a:xfrm>
            <a:prstGeom prst="line">
              <a:avLst/>
            </a:prstGeom>
            <a:ln w="349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>
              <a:off x="1475656" y="2420888"/>
              <a:ext cx="1728192" cy="0"/>
            </a:xfrm>
            <a:prstGeom prst="line">
              <a:avLst/>
            </a:prstGeom>
            <a:ln w="349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20 CuadroTexto"/>
            <p:cNvSpPr txBox="1"/>
            <p:nvPr/>
          </p:nvSpPr>
          <p:spPr>
            <a:xfrm>
              <a:off x="323529" y="2791961"/>
              <a:ext cx="2981731" cy="332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900" b="1" dirty="0"/>
                <a:t>REGISTRO DE LA S.S.P.E. 28-009-2023</a:t>
              </a:r>
            </a:p>
          </p:txBody>
        </p:sp>
        <p:sp>
          <p:nvSpPr>
            <p:cNvPr id="22" name="21 Rectángulo"/>
            <p:cNvSpPr/>
            <p:nvPr/>
          </p:nvSpPr>
          <p:spPr>
            <a:xfrm>
              <a:off x="395536" y="1340768"/>
              <a:ext cx="1008112" cy="12961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3" name="22 CuadroTexto"/>
            <p:cNvSpPr txBox="1"/>
            <p:nvPr/>
          </p:nvSpPr>
          <p:spPr>
            <a:xfrm>
              <a:off x="323529" y="3068960"/>
              <a:ext cx="2360537" cy="3661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050" b="1" dirty="0"/>
                <a:t>VIGENCIA:    Mayo 2024.</a:t>
              </a:r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263970" y="3499643"/>
              <a:ext cx="3071445" cy="832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b="1" dirty="0"/>
                <a:t>  _________       _____________</a:t>
              </a:r>
            </a:p>
            <a:p>
              <a:r>
                <a:rPr lang="es-MX" sz="1050" b="1" dirty="0"/>
                <a:t>  </a:t>
              </a:r>
              <a:r>
                <a:rPr lang="es-MX" sz="800" b="1" dirty="0"/>
                <a:t>TRABAJADOR         DIRECTOR GENERAL</a:t>
              </a:r>
            </a:p>
            <a:p>
              <a:endParaRPr lang="es-MX" sz="1050" b="1" dirty="0"/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326026" y="4054717"/>
              <a:ext cx="3021359" cy="321791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s-MX" sz="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Calidad en Servicios Y Sistemas de </a:t>
              </a:r>
              <a:r>
                <a:rPr lang="es-MX" sz="8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Seguridad .</a:t>
              </a:r>
            </a:p>
          </p:txBody>
        </p:sp>
        <p:sp>
          <p:nvSpPr>
            <p:cNvPr id="27" name="26 Rectángulo redondeado"/>
            <p:cNvSpPr/>
            <p:nvPr/>
          </p:nvSpPr>
          <p:spPr>
            <a:xfrm>
              <a:off x="1403648" y="404664"/>
              <a:ext cx="792088" cy="14401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27 Rectángulo redondeado"/>
            <p:cNvSpPr/>
            <p:nvPr/>
          </p:nvSpPr>
          <p:spPr>
            <a:xfrm>
              <a:off x="323528" y="188640"/>
              <a:ext cx="3024336" cy="446449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29" name="28 CuadroTexto"/>
          <p:cNvSpPr txBox="1"/>
          <p:nvPr/>
        </p:nvSpPr>
        <p:spPr>
          <a:xfrm>
            <a:off x="925158" y="1496397"/>
            <a:ext cx="13787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300" b="1" dirty="0"/>
              <a:t>Guardia de Seguridad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1173622" y="1095127"/>
            <a:ext cx="9396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100" b="1" dirty="0"/>
              <a:t>Laura Yulissa</a:t>
            </a:r>
          </a:p>
          <a:p>
            <a:pPr algn="ctr"/>
            <a:r>
              <a:rPr lang="es-MX" sz="1100" b="1" dirty="0" err="1"/>
              <a:t>Martinez</a:t>
            </a:r>
            <a:r>
              <a:rPr lang="es-MX" sz="1100" b="1"/>
              <a:t>   </a:t>
            </a:r>
            <a:endParaRPr lang="es-MX" sz="1100" b="1" dirty="0"/>
          </a:p>
        </p:txBody>
      </p:sp>
      <p:pic>
        <p:nvPicPr>
          <p:cNvPr id="31" name="Picture 2" descr="Firma%20Loz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9328" y="2555627"/>
            <a:ext cx="914400" cy="441325"/>
          </a:xfrm>
          <a:prstGeom prst="rect">
            <a:avLst/>
          </a:prstGeom>
          <a:noFill/>
          <a:ln w="9525" algn="ctr">
            <a:miter lim="800000"/>
            <a:headEnd/>
            <a:tailEnd/>
          </a:ln>
        </p:spPr>
      </p:pic>
      <p:grpSp>
        <p:nvGrpSpPr>
          <p:cNvPr id="34" name="33 Grupo"/>
          <p:cNvGrpSpPr/>
          <p:nvPr/>
        </p:nvGrpSpPr>
        <p:grpSpPr>
          <a:xfrm>
            <a:off x="2555776" y="333210"/>
            <a:ext cx="2125729" cy="3095790"/>
            <a:chOff x="263970" y="188640"/>
            <a:chExt cx="3243151" cy="4464496"/>
          </a:xfrm>
        </p:grpSpPr>
        <p:pic>
          <p:nvPicPr>
            <p:cNvPr id="35" name="34 Imagen" descr="Untitled-2 copy"/>
            <p:cNvPicPr/>
            <p:nvPr/>
          </p:nvPicPr>
          <p:blipFill>
            <a:blip r:embed="rId2" cstate="print">
              <a:lum bright="70000" contrast="-82000"/>
            </a:blip>
            <a:srcRect r="79385"/>
            <a:stretch>
              <a:fillRect/>
            </a:stretch>
          </p:blipFill>
          <p:spPr bwMode="auto">
            <a:xfrm>
              <a:off x="827584" y="1052736"/>
              <a:ext cx="1944216" cy="2664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35 Imagen" descr="Untitled-2 copy"/>
            <p:cNvPicPr/>
            <p:nvPr/>
          </p:nvPicPr>
          <p:blipFill>
            <a:blip r:embed="rId2" cstate="print"/>
            <a:srcRect r="79385"/>
            <a:stretch>
              <a:fillRect/>
            </a:stretch>
          </p:blipFill>
          <p:spPr bwMode="auto">
            <a:xfrm>
              <a:off x="395536" y="476672"/>
              <a:ext cx="792088" cy="823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36 CuadroTexto"/>
            <p:cNvSpPr txBox="1"/>
            <p:nvPr/>
          </p:nvSpPr>
          <p:spPr>
            <a:xfrm>
              <a:off x="1004760" y="519065"/>
              <a:ext cx="2502361" cy="428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latin typeface="Franklin Gothic Demi Cond" pitchFamily="34" charset="0"/>
                </a:rPr>
                <a:t>GRUPO PROTEC</a:t>
              </a:r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1144075" y="949642"/>
              <a:ext cx="2176212" cy="31154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s-MX" sz="1000" dirty="0">
                  <a:solidFill>
                    <a:schemeClr val="bg1"/>
                  </a:solidFill>
                </a:rPr>
                <a:t>SEGURIDAD PARA TODOS</a:t>
              </a:r>
            </a:p>
          </p:txBody>
        </p:sp>
        <p:cxnSp>
          <p:nvCxnSpPr>
            <p:cNvPr id="39" name="38 Conector recto"/>
            <p:cNvCxnSpPr/>
            <p:nvPr/>
          </p:nvCxnSpPr>
          <p:spPr>
            <a:xfrm>
              <a:off x="1475656" y="1844824"/>
              <a:ext cx="1728192" cy="0"/>
            </a:xfrm>
            <a:prstGeom prst="line">
              <a:avLst/>
            </a:prstGeom>
            <a:ln w="349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39 Conector recto"/>
            <p:cNvCxnSpPr/>
            <p:nvPr/>
          </p:nvCxnSpPr>
          <p:spPr>
            <a:xfrm>
              <a:off x="1475656" y="2420888"/>
              <a:ext cx="1728192" cy="0"/>
            </a:xfrm>
            <a:prstGeom prst="line">
              <a:avLst/>
            </a:prstGeom>
            <a:ln w="349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40 CuadroTexto"/>
            <p:cNvSpPr txBox="1"/>
            <p:nvPr/>
          </p:nvSpPr>
          <p:spPr>
            <a:xfrm>
              <a:off x="323529" y="2791961"/>
              <a:ext cx="3028200" cy="332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900" b="1" dirty="0"/>
                <a:t>REGISTRO DE LA S.S.P.E. 28-009-2023.</a:t>
              </a:r>
            </a:p>
          </p:txBody>
        </p:sp>
        <p:sp>
          <p:nvSpPr>
            <p:cNvPr id="42" name="41 Rectángulo"/>
            <p:cNvSpPr/>
            <p:nvPr/>
          </p:nvSpPr>
          <p:spPr>
            <a:xfrm>
              <a:off x="395536" y="1340768"/>
              <a:ext cx="1008112" cy="12961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323529" y="3068960"/>
              <a:ext cx="2306733" cy="3661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050" b="1" dirty="0"/>
                <a:t>VIGENCIA:   Mayo  2024</a:t>
              </a:r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263970" y="3499643"/>
              <a:ext cx="3071445" cy="832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b="1" dirty="0"/>
                <a:t>  _________       _____________</a:t>
              </a:r>
            </a:p>
            <a:p>
              <a:r>
                <a:rPr lang="es-MX" sz="1050" b="1" dirty="0"/>
                <a:t>  </a:t>
              </a:r>
              <a:r>
                <a:rPr lang="es-MX" sz="800" b="1" dirty="0"/>
                <a:t>TRABAJADOR         DIRECTOR GENERAL</a:t>
              </a:r>
            </a:p>
            <a:p>
              <a:endParaRPr lang="es-MX" sz="1050" b="1" dirty="0"/>
            </a:p>
          </p:txBody>
        </p:sp>
        <p:sp>
          <p:nvSpPr>
            <p:cNvPr id="45" name="44 CuadroTexto"/>
            <p:cNvSpPr txBox="1"/>
            <p:nvPr/>
          </p:nvSpPr>
          <p:spPr>
            <a:xfrm>
              <a:off x="326026" y="4054717"/>
              <a:ext cx="3021359" cy="321791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s-MX" sz="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Calidad en Servicios Y Sistemas de </a:t>
              </a:r>
              <a:r>
                <a:rPr lang="es-MX" sz="8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Seguridad .</a:t>
              </a:r>
            </a:p>
          </p:txBody>
        </p:sp>
        <p:sp>
          <p:nvSpPr>
            <p:cNvPr id="46" name="45 Rectángulo redondeado"/>
            <p:cNvSpPr/>
            <p:nvPr/>
          </p:nvSpPr>
          <p:spPr>
            <a:xfrm>
              <a:off x="1403648" y="404664"/>
              <a:ext cx="792088" cy="14401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47" name="46 Rectángulo redondeado"/>
            <p:cNvSpPr/>
            <p:nvPr/>
          </p:nvSpPr>
          <p:spPr>
            <a:xfrm>
              <a:off x="323528" y="188640"/>
              <a:ext cx="3024336" cy="446449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48" name="47 Grupo"/>
          <p:cNvGrpSpPr/>
          <p:nvPr/>
        </p:nvGrpSpPr>
        <p:grpSpPr>
          <a:xfrm>
            <a:off x="2627783" y="3480102"/>
            <a:ext cx="2060179" cy="3045242"/>
            <a:chOff x="3707904" y="188640"/>
            <a:chExt cx="2371166" cy="3528392"/>
          </a:xfrm>
        </p:grpSpPr>
        <p:pic>
          <p:nvPicPr>
            <p:cNvPr id="49" name="48 Imagen" descr="Untitled-2 copy"/>
            <p:cNvPicPr/>
            <p:nvPr/>
          </p:nvPicPr>
          <p:blipFill>
            <a:blip r:embed="rId2" cstate="print">
              <a:lum bright="70000" contrast="-82000"/>
            </a:blip>
            <a:srcRect r="79385"/>
            <a:stretch>
              <a:fillRect/>
            </a:stretch>
          </p:blipFill>
          <p:spPr bwMode="auto">
            <a:xfrm>
              <a:off x="4095169" y="580683"/>
              <a:ext cx="1493734" cy="21597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49 Rectángulo"/>
            <p:cNvSpPr/>
            <p:nvPr/>
          </p:nvSpPr>
          <p:spPr>
            <a:xfrm>
              <a:off x="4356347" y="2420888"/>
              <a:ext cx="935734" cy="1008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51" name="50 Rectángulo redondeado"/>
            <p:cNvSpPr/>
            <p:nvPr/>
          </p:nvSpPr>
          <p:spPr>
            <a:xfrm>
              <a:off x="4489456" y="359927"/>
              <a:ext cx="608558" cy="11674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52" name="51 Rectángulo redondeado"/>
            <p:cNvSpPr/>
            <p:nvPr/>
          </p:nvSpPr>
          <p:spPr>
            <a:xfrm>
              <a:off x="3707905" y="188640"/>
              <a:ext cx="2215512" cy="35283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53" name="52 CuadroTexto"/>
            <p:cNvSpPr txBox="1"/>
            <p:nvPr/>
          </p:nvSpPr>
          <p:spPr>
            <a:xfrm>
              <a:off x="3707904" y="416727"/>
              <a:ext cx="2371166" cy="1997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MX" sz="1200" dirty="0"/>
            </a:p>
            <a:p>
              <a:r>
                <a:rPr lang="es-MX" sz="1000" dirty="0"/>
                <a:t>FECHA DE INGRESO</a:t>
              </a:r>
              <a:r>
                <a:rPr lang="es-MX" sz="1200" dirty="0"/>
                <a:t> 27/06/2023</a:t>
              </a:r>
            </a:p>
            <a:p>
              <a:endParaRPr lang="es-MX" sz="1200" dirty="0"/>
            </a:p>
            <a:p>
              <a:r>
                <a:rPr lang="es-MX" sz="1000" dirty="0"/>
                <a:t>Numero de IMSS</a:t>
              </a:r>
              <a:r>
                <a:rPr lang="es-MX" sz="1200" dirty="0"/>
                <a:t>: 83068703665</a:t>
              </a:r>
            </a:p>
            <a:p>
              <a:endParaRPr lang="es-MX" sz="800" dirty="0"/>
            </a:p>
            <a:p>
              <a:r>
                <a:rPr lang="es-MX" sz="1000" dirty="0"/>
                <a:t>Tipo de Sangre:   N/A</a:t>
              </a:r>
              <a:endParaRPr lang="es-MX" sz="1000" b="1" u="sng" dirty="0"/>
            </a:p>
            <a:p>
              <a:endParaRPr lang="es-MX" sz="800" dirty="0"/>
            </a:p>
            <a:p>
              <a:r>
                <a:rPr lang="es-MX" sz="1200" dirty="0"/>
                <a:t>Sucursal:   </a:t>
              </a:r>
              <a:r>
                <a:rPr lang="es-MX" sz="11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Reynosa</a:t>
              </a:r>
            </a:p>
            <a:p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Av. Bella Vista # 131</a:t>
              </a:r>
            </a:p>
            <a:p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Col. Casa Bella   </a:t>
              </a:r>
              <a:r>
                <a:rPr lang="es-MX" sz="1000" b="1" dirty="0"/>
                <a:t>Tel</a:t>
              </a:r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 </a:t>
              </a:r>
              <a:r>
                <a:rPr lang="es-MX" sz="1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9251069</a:t>
              </a:r>
              <a:endParaRPr lang="es-MX" sz="1000" u="sng" dirty="0"/>
            </a:p>
          </p:txBody>
        </p:sp>
        <p:sp>
          <p:nvSpPr>
            <p:cNvPr id="54" name="53 CuadroTexto"/>
            <p:cNvSpPr txBox="1"/>
            <p:nvPr/>
          </p:nvSpPr>
          <p:spPr>
            <a:xfrm>
              <a:off x="4283967" y="3380995"/>
              <a:ext cx="9492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Dedo Índice</a:t>
              </a:r>
            </a:p>
          </p:txBody>
        </p:sp>
        <p:sp>
          <p:nvSpPr>
            <p:cNvPr id="55" name="54 CuadroTexto"/>
            <p:cNvSpPr txBox="1"/>
            <p:nvPr/>
          </p:nvSpPr>
          <p:spPr>
            <a:xfrm rot="16200000">
              <a:off x="3585184" y="2957410"/>
              <a:ext cx="11238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Mano Derecha</a:t>
              </a:r>
            </a:p>
          </p:txBody>
        </p:sp>
        <p:sp>
          <p:nvSpPr>
            <p:cNvPr id="56" name="55 CuadroTexto"/>
            <p:cNvSpPr txBox="1"/>
            <p:nvPr/>
          </p:nvSpPr>
          <p:spPr>
            <a:xfrm>
              <a:off x="4702435" y="1042318"/>
              <a:ext cx="253131" cy="3209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 </a:t>
              </a:r>
            </a:p>
          </p:txBody>
        </p:sp>
        <p:sp>
          <p:nvSpPr>
            <p:cNvPr id="57" name="56 CuadroTexto"/>
            <p:cNvSpPr txBox="1"/>
            <p:nvPr/>
          </p:nvSpPr>
          <p:spPr>
            <a:xfrm>
              <a:off x="4860351" y="612371"/>
              <a:ext cx="245751" cy="2852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</a:p>
          </p:txBody>
        </p:sp>
      </p:grpSp>
      <p:sp>
        <p:nvSpPr>
          <p:cNvPr id="58" name="57 CuadroTexto"/>
          <p:cNvSpPr txBox="1"/>
          <p:nvPr/>
        </p:nvSpPr>
        <p:spPr>
          <a:xfrm>
            <a:off x="3361577" y="1068030"/>
            <a:ext cx="11095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100" b="1" dirty="0" err="1"/>
              <a:t>Julian</a:t>
            </a:r>
            <a:r>
              <a:rPr lang="es-MX" sz="1100" b="1" dirty="0"/>
              <a:t> </a:t>
            </a:r>
            <a:r>
              <a:rPr lang="es-MX" sz="1100" b="1" dirty="0" err="1"/>
              <a:t>Cordova</a:t>
            </a:r>
            <a:r>
              <a:rPr lang="es-MX" sz="1100" b="1" dirty="0"/>
              <a:t> </a:t>
            </a:r>
          </a:p>
          <a:p>
            <a:pPr algn="ctr"/>
            <a:r>
              <a:rPr lang="es-MX" sz="1100" b="1" dirty="0"/>
              <a:t>Izquierdo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3203848" y="1424389"/>
            <a:ext cx="13787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300" b="1" dirty="0"/>
              <a:t>Guardia de Seguridad</a:t>
            </a:r>
          </a:p>
        </p:txBody>
      </p:sp>
      <p:pic>
        <p:nvPicPr>
          <p:cNvPr id="60" name="Picture 2" descr="Firma%20Loz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36010" y="2492896"/>
            <a:ext cx="914400" cy="441325"/>
          </a:xfrm>
          <a:prstGeom prst="rect">
            <a:avLst/>
          </a:prstGeom>
          <a:noFill/>
          <a:ln w="9525" algn="ctr">
            <a:miter lim="800000"/>
            <a:headEnd/>
            <a:tailEnd/>
          </a:ln>
        </p:spPr>
      </p:pic>
      <p:grpSp>
        <p:nvGrpSpPr>
          <p:cNvPr id="64" name="63 Grupo"/>
          <p:cNvGrpSpPr/>
          <p:nvPr/>
        </p:nvGrpSpPr>
        <p:grpSpPr>
          <a:xfrm>
            <a:off x="4822535" y="332656"/>
            <a:ext cx="2125729" cy="3095790"/>
            <a:chOff x="263970" y="188640"/>
            <a:chExt cx="3243151" cy="4464496"/>
          </a:xfrm>
        </p:grpSpPr>
        <p:pic>
          <p:nvPicPr>
            <p:cNvPr id="65" name="64 Imagen" descr="Untitled-2 copy"/>
            <p:cNvPicPr/>
            <p:nvPr/>
          </p:nvPicPr>
          <p:blipFill>
            <a:blip r:embed="rId2" cstate="print">
              <a:lum bright="70000" contrast="-82000"/>
            </a:blip>
            <a:srcRect r="79385"/>
            <a:stretch>
              <a:fillRect/>
            </a:stretch>
          </p:blipFill>
          <p:spPr bwMode="auto">
            <a:xfrm>
              <a:off x="827584" y="1052736"/>
              <a:ext cx="1944216" cy="2664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6" name="65 Imagen" descr="Untitled-2 copy"/>
            <p:cNvPicPr/>
            <p:nvPr/>
          </p:nvPicPr>
          <p:blipFill>
            <a:blip r:embed="rId2" cstate="print"/>
            <a:srcRect r="79385"/>
            <a:stretch>
              <a:fillRect/>
            </a:stretch>
          </p:blipFill>
          <p:spPr bwMode="auto">
            <a:xfrm>
              <a:off x="395536" y="476672"/>
              <a:ext cx="792088" cy="823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7" name="66 CuadroTexto"/>
            <p:cNvSpPr txBox="1"/>
            <p:nvPr/>
          </p:nvSpPr>
          <p:spPr>
            <a:xfrm>
              <a:off x="1004760" y="519065"/>
              <a:ext cx="2502361" cy="428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latin typeface="Franklin Gothic Demi Cond" pitchFamily="34" charset="0"/>
                </a:rPr>
                <a:t>GRUPO PROTEC</a:t>
              </a:r>
            </a:p>
          </p:txBody>
        </p:sp>
        <p:sp>
          <p:nvSpPr>
            <p:cNvPr id="68" name="67 CuadroTexto"/>
            <p:cNvSpPr txBox="1"/>
            <p:nvPr/>
          </p:nvSpPr>
          <p:spPr>
            <a:xfrm>
              <a:off x="1144075" y="949642"/>
              <a:ext cx="2176212" cy="31154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s-MX" sz="1000" dirty="0">
                  <a:solidFill>
                    <a:schemeClr val="bg1"/>
                  </a:solidFill>
                </a:rPr>
                <a:t>SEGURIDAD PARA TODOS</a:t>
              </a:r>
            </a:p>
          </p:txBody>
        </p:sp>
        <p:cxnSp>
          <p:nvCxnSpPr>
            <p:cNvPr id="69" name="68 Conector recto"/>
            <p:cNvCxnSpPr/>
            <p:nvPr/>
          </p:nvCxnSpPr>
          <p:spPr>
            <a:xfrm>
              <a:off x="1475656" y="1844824"/>
              <a:ext cx="1728192" cy="0"/>
            </a:xfrm>
            <a:prstGeom prst="line">
              <a:avLst/>
            </a:prstGeom>
            <a:ln w="349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69 Conector recto"/>
            <p:cNvCxnSpPr/>
            <p:nvPr/>
          </p:nvCxnSpPr>
          <p:spPr>
            <a:xfrm>
              <a:off x="1475656" y="2420888"/>
              <a:ext cx="1728192" cy="0"/>
            </a:xfrm>
            <a:prstGeom prst="line">
              <a:avLst/>
            </a:prstGeom>
            <a:ln w="349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70 CuadroTexto"/>
            <p:cNvSpPr txBox="1"/>
            <p:nvPr/>
          </p:nvSpPr>
          <p:spPr>
            <a:xfrm>
              <a:off x="323529" y="2791961"/>
              <a:ext cx="2981731" cy="332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900" b="1" dirty="0"/>
                <a:t>REGISTRO DE LA S.S.P.E. 28-009-2023</a:t>
              </a:r>
            </a:p>
          </p:txBody>
        </p:sp>
        <p:sp>
          <p:nvSpPr>
            <p:cNvPr id="72" name="71 Rectángulo"/>
            <p:cNvSpPr/>
            <p:nvPr/>
          </p:nvSpPr>
          <p:spPr>
            <a:xfrm>
              <a:off x="395536" y="1340768"/>
              <a:ext cx="1008112" cy="12961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73" name="72 CuadroTexto"/>
            <p:cNvSpPr txBox="1"/>
            <p:nvPr/>
          </p:nvSpPr>
          <p:spPr>
            <a:xfrm>
              <a:off x="323529" y="3068960"/>
              <a:ext cx="2314071" cy="3661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050" b="1" dirty="0"/>
                <a:t>VIGENCIA:   Mayo 2024.</a:t>
              </a:r>
            </a:p>
          </p:txBody>
        </p:sp>
        <p:sp>
          <p:nvSpPr>
            <p:cNvPr id="74" name="73 CuadroTexto"/>
            <p:cNvSpPr txBox="1"/>
            <p:nvPr/>
          </p:nvSpPr>
          <p:spPr>
            <a:xfrm>
              <a:off x="263970" y="3499643"/>
              <a:ext cx="3071445" cy="832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b="1" dirty="0"/>
                <a:t>  _________       _____________</a:t>
              </a:r>
            </a:p>
            <a:p>
              <a:r>
                <a:rPr lang="es-MX" sz="1050" b="1" dirty="0"/>
                <a:t>  </a:t>
              </a:r>
              <a:r>
                <a:rPr lang="es-MX" sz="800" b="1" dirty="0"/>
                <a:t>TRABAJADOR         DIRECTOR GENERAL</a:t>
              </a:r>
            </a:p>
            <a:p>
              <a:endParaRPr lang="es-MX" sz="1050" b="1" dirty="0"/>
            </a:p>
          </p:txBody>
        </p:sp>
        <p:sp>
          <p:nvSpPr>
            <p:cNvPr id="75" name="74 CuadroTexto"/>
            <p:cNvSpPr txBox="1"/>
            <p:nvPr/>
          </p:nvSpPr>
          <p:spPr>
            <a:xfrm>
              <a:off x="326026" y="4054717"/>
              <a:ext cx="3021359" cy="321791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s-MX" sz="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Calidad en Servicios Y Sistemas de </a:t>
              </a:r>
              <a:r>
                <a:rPr lang="es-MX" sz="8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Seguridad .</a:t>
              </a:r>
            </a:p>
          </p:txBody>
        </p:sp>
        <p:sp>
          <p:nvSpPr>
            <p:cNvPr id="76" name="75 Rectángulo redondeado"/>
            <p:cNvSpPr/>
            <p:nvPr/>
          </p:nvSpPr>
          <p:spPr>
            <a:xfrm>
              <a:off x="1403648" y="404664"/>
              <a:ext cx="792088" cy="14401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77" name="76 Rectángulo redondeado"/>
            <p:cNvSpPr/>
            <p:nvPr/>
          </p:nvSpPr>
          <p:spPr>
            <a:xfrm>
              <a:off x="323528" y="188640"/>
              <a:ext cx="3024336" cy="446449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78" name="77 CuadroTexto"/>
          <p:cNvSpPr txBox="1"/>
          <p:nvPr/>
        </p:nvSpPr>
        <p:spPr>
          <a:xfrm>
            <a:off x="5602488" y="1052736"/>
            <a:ext cx="12202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100" b="1" dirty="0"/>
              <a:t>Juan Manuel Cruz</a:t>
            </a:r>
          </a:p>
          <a:p>
            <a:pPr algn="ctr"/>
            <a:r>
              <a:rPr lang="es-MX" sz="1100" b="1" dirty="0" err="1"/>
              <a:t>Gomez</a:t>
            </a:r>
            <a:r>
              <a:rPr lang="es-MX" sz="1100" b="1" dirty="0"/>
              <a:t> </a:t>
            </a:r>
          </a:p>
        </p:txBody>
      </p:sp>
      <p:sp>
        <p:nvSpPr>
          <p:cNvPr id="79" name="78 CuadroTexto"/>
          <p:cNvSpPr txBox="1"/>
          <p:nvPr/>
        </p:nvSpPr>
        <p:spPr>
          <a:xfrm>
            <a:off x="5436096" y="1424389"/>
            <a:ext cx="13787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300" b="1" dirty="0"/>
              <a:t>Guardia de </a:t>
            </a:r>
          </a:p>
          <a:p>
            <a:pPr algn="ctr"/>
            <a:r>
              <a:rPr lang="es-MX" sz="1300" b="1" dirty="0"/>
              <a:t>Seguridad </a:t>
            </a:r>
          </a:p>
        </p:txBody>
      </p:sp>
      <p:pic>
        <p:nvPicPr>
          <p:cNvPr id="80" name="Picture 2" descr="Firma%20Loz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2492896"/>
            <a:ext cx="914400" cy="441325"/>
          </a:xfrm>
          <a:prstGeom prst="rect">
            <a:avLst/>
          </a:prstGeom>
          <a:noFill/>
          <a:ln w="9525" algn="ctr">
            <a:miter lim="800000"/>
            <a:headEnd/>
            <a:tailEnd/>
          </a:ln>
        </p:spPr>
      </p:pic>
      <p:grpSp>
        <p:nvGrpSpPr>
          <p:cNvPr id="81" name="80 Grupo"/>
          <p:cNvGrpSpPr/>
          <p:nvPr/>
        </p:nvGrpSpPr>
        <p:grpSpPr>
          <a:xfrm>
            <a:off x="4948873" y="3480102"/>
            <a:ext cx="2071401" cy="3045242"/>
            <a:chOff x="3707904" y="188640"/>
            <a:chExt cx="2384077" cy="3528392"/>
          </a:xfrm>
        </p:grpSpPr>
        <p:pic>
          <p:nvPicPr>
            <p:cNvPr id="82" name="81 Imagen" descr="Untitled-2 copy"/>
            <p:cNvPicPr/>
            <p:nvPr/>
          </p:nvPicPr>
          <p:blipFill>
            <a:blip r:embed="rId2" cstate="print">
              <a:lum bright="70000" contrast="-82000"/>
            </a:blip>
            <a:srcRect r="79385"/>
            <a:stretch>
              <a:fillRect/>
            </a:stretch>
          </p:blipFill>
          <p:spPr bwMode="auto">
            <a:xfrm>
              <a:off x="4095169" y="580683"/>
              <a:ext cx="1493734" cy="21597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82 Rectángulo"/>
            <p:cNvSpPr/>
            <p:nvPr/>
          </p:nvSpPr>
          <p:spPr>
            <a:xfrm>
              <a:off x="4356347" y="2420888"/>
              <a:ext cx="935734" cy="1008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84" name="83 Rectángulo redondeado"/>
            <p:cNvSpPr/>
            <p:nvPr/>
          </p:nvSpPr>
          <p:spPr>
            <a:xfrm>
              <a:off x="4489456" y="359927"/>
              <a:ext cx="608558" cy="11674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85" name="84 Rectángulo redondeado"/>
            <p:cNvSpPr/>
            <p:nvPr/>
          </p:nvSpPr>
          <p:spPr>
            <a:xfrm>
              <a:off x="3707905" y="188640"/>
              <a:ext cx="2215512" cy="35283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86" name="85 CuadroTexto"/>
            <p:cNvSpPr txBox="1"/>
            <p:nvPr/>
          </p:nvSpPr>
          <p:spPr>
            <a:xfrm>
              <a:off x="3707904" y="416727"/>
              <a:ext cx="2384077" cy="1997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MX" sz="1200" dirty="0"/>
            </a:p>
            <a:p>
              <a:r>
                <a:rPr lang="es-MX" sz="1000" dirty="0"/>
                <a:t>FECHA DE INGRESO</a:t>
              </a:r>
              <a:r>
                <a:rPr lang="es-MX" sz="1200" dirty="0"/>
                <a:t>: 12/07/2023</a:t>
              </a:r>
            </a:p>
            <a:p>
              <a:endParaRPr lang="es-MX" sz="1200" dirty="0"/>
            </a:p>
            <a:p>
              <a:r>
                <a:rPr lang="es-MX" sz="1000" dirty="0"/>
                <a:t>Numero de IMSS-</a:t>
              </a:r>
              <a:r>
                <a:rPr lang="es-MX" sz="1200" dirty="0"/>
                <a:t>____________</a:t>
              </a:r>
            </a:p>
            <a:p>
              <a:endParaRPr lang="es-MX" sz="800" dirty="0"/>
            </a:p>
            <a:p>
              <a:r>
                <a:rPr lang="es-MX" sz="1000" dirty="0"/>
                <a:t>Tipo de Sangre:   N/A</a:t>
              </a:r>
              <a:endParaRPr lang="es-MX" sz="1000" b="1" u="sng" dirty="0"/>
            </a:p>
            <a:p>
              <a:endParaRPr lang="es-MX" sz="800" dirty="0"/>
            </a:p>
            <a:p>
              <a:r>
                <a:rPr lang="es-MX" sz="1200" dirty="0"/>
                <a:t>Sucursal:   </a:t>
              </a:r>
              <a:r>
                <a:rPr lang="es-MX" sz="11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Reynosa</a:t>
              </a:r>
            </a:p>
            <a:p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s-MX" sz="10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Avl</a:t>
              </a:r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Bella Vista # 131</a:t>
              </a:r>
            </a:p>
            <a:p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Col. Casa Bella   </a:t>
              </a:r>
              <a:r>
                <a:rPr lang="es-MX" sz="1000" b="1" dirty="0"/>
                <a:t>Tel</a:t>
              </a:r>
              <a:r>
                <a:rPr lang="es-MX" sz="1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 </a:t>
              </a:r>
              <a:r>
                <a:rPr lang="es-MX" sz="1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9251069</a:t>
              </a:r>
              <a:endParaRPr lang="es-MX" sz="1000" u="sng" dirty="0"/>
            </a:p>
          </p:txBody>
        </p:sp>
        <p:sp>
          <p:nvSpPr>
            <p:cNvPr id="87" name="86 CuadroTexto"/>
            <p:cNvSpPr txBox="1"/>
            <p:nvPr/>
          </p:nvSpPr>
          <p:spPr>
            <a:xfrm>
              <a:off x="4283967" y="3380995"/>
              <a:ext cx="9492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Dedo Índice</a:t>
              </a:r>
            </a:p>
          </p:txBody>
        </p:sp>
        <p:sp>
          <p:nvSpPr>
            <p:cNvPr id="88" name="87 CuadroTexto"/>
            <p:cNvSpPr txBox="1"/>
            <p:nvPr/>
          </p:nvSpPr>
          <p:spPr>
            <a:xfrm rot="16200000">
              <a:off x="3585184" y="2957410"/>
              <a:ext cx="11238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Mano Derecha</a:t>
              </a:r>
            </a:p>
          </p:txBody>
        </p:sp>
        <p:sp>
          <p:nvSpPr>
            <p:cNvPr id="89" name="88 CuadroTexto"/>
            <p:cNvSpPr txBox="1"/>
            <p:nvPr/>
          </p:nvSpPr>
          <p:spPr>
            <a:xfrm>
              <a:off x="4737052" y="1042318"/>
              <a:ext cx="1206983" cy="3209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26220534593</a:t>
              </a:r>
            </a:p>
          </p:txBody>
        </p:sp>
      </p:grpSp>
      <p:sp>
        <p:nvSpPr>
          <p:cNvPr id="97" name="AutoShape 2">
            <a:extLst>
              <a:ext uri="{FF2B5EF4-FFF2-40B4-BE49-F238E27FC236}">
                <a16:creationId xmlns:a16="http://schemas.microsoft.com/office/drawing/2014/main" id="{F5EAA2B2-A723-4A94-90FB-3BFF4900CC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ADF36F9-6506-4448-B081-464D7AFBFC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885" y="1272391"/>
            <a:ext cx="897803" cy="660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246</Words>
  <Application>Microsoft Office PowerPoint</Application>
  <PresentationFormat>Presentación en pantalla (4:3)</PresentationFormat>
  <Paragraphs>70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Franklin Gothic Demi Cond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Admin</cp:lastModifiedBy>
  <cp:revision>80</cp:revision>
  <cp:lastPrinted>2023-07-11T17:33:37Z</cp:lastPrinted>
  <dcterms:created xsi:type="dcterms:W3CDTF">2016-02-24T16:31:49Z</dcterms:created>
  <dcterms:modified xsi:type="dcterms:W3CDTF">2023-08-25T15:25:51Z</dcterms:modified>
</cp:coreProperties>
</file>